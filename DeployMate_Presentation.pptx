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926080" cy="2926080"/>
          </a:xfrm>
          <a:prstGeom prst="ellipse">
            <a:avLst/>
          </a:prstGeom>
          <a:solidFill>
            <a:srgbClr val="06B6D4">
              <a:alpha val="8000"/>
            </a:srgbClr>
          </a:solidFill>
          <a:ln w="635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PROJECT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DeployMate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 Orchestration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32004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Lakra (12323849)   |   Alok Kumar Sharma (12317981)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703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Bharath Reddy   |   May 25,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DeployMate v1.0.0  —  Internal / Academic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DeployMate?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cloud-native deployment orchestration platform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complete software delivery lifecycle — code push to live production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zero-downtime deployments at scale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primary layers: React SPA dashboard, Express.js REST API, BullMQ async worker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for persistence; Redis for queuing and caching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777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078992"/>
            <a:ext cx="301752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115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1338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301752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499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15179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47088"/>
            <a:ext cx="301752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883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1901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2231136"/>
            <a:ext cx="301752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615184"/>
            <a:ext cx="301752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670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999232"/>
            <a:ext cx="301752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30540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141D3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7083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code push to live production — reliable, repeatable, and observable deployments at scale."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Solution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310896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deployments introduce human error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downtime during updates degrades UX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deployment progress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rollback on failure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logs across multiple systems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31089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THE SOLUTION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GitHub push webhook triggering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deployment → zero downtime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validation before traffic switch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rollback to last stable version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structured logging + real-time dashboard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73152" cy="3520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3657600"/>
            <a:ext cx="8595360" cy="685800"/>
          </a:xfrm>
          <a:prstGeom prst="rect">
            <a:avLst/>
          </a:prstGeom>
          <a:solidFill>
            <a:srgbClr val="141D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124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9684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Small-to-medium engineering teams  •  DevOps engineers needing pipeline control  •  Docker / Node.js shops  •  On-premise deployment for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1920240" cy="822960"/>
          </a:xfrm>
          <a:prstGeom prst="rect">
            <a:avLst/>
          </a:prstGeom>
          <a:solidFill>
            <a:srgbClr val="141D35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503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1612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(Vite 8)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monitoring, real-time UI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50008" y="822960"/>
            <a:ext cx="1920240" cy="822960"/>
          </a:xfrm>
          <a:prstGeom prst="rect">
            <a:avLst/>
          </a:prstGeom>
          <a:solidFill>
            <a:srgbClr val="141D3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8503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1612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5 (Node.js)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webhook, orchestration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9976" y="822960"/>
            <a:ext cx="1920240" cy="822960"/>
          </a:xfrm>
          <a:prstGeom prst="rect">
            <a:avLst/>
          </a:prstGeom>
          <a:solidFill>
            <a:srgbClr val="141D35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8503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53128" y="11612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+ Redis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53128" y="1417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processing, deployment pipeline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9944" y="822960"/>
            <a:ext cx="1920240" cy="822960"/>
          </a:xfrm>
          <a:prstGeom prst="rect">
            <a:avLst/>
          </a:prstGeom>
          <a:solidFill>
            <a:srgbClr val="141D3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850392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3096" y="11612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83096" y="14173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deployments, logs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40280" y="12344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270248" y="12344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300216" y="123444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0040" y="18745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10-Step Deployment 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221284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286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Dev Push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93392" y="221284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39112" y="2286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GitHub Webhook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12464" y="221284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58184" y="2286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HMAC Validate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31536" y="221284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77256" y="2286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Queue Job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50608" y="221284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2860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Worker Pickup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80720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8803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Docker Build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93392" y="280720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39112" y="28803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New Container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12464" y="280720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58184" y="28803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Health Check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31536" y="280720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77256" y="28803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Traffic Switch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50608" y="2807208"/>
            <a:ext cx="1664208" cy="457200"/>
          </a:xfrm>
          <a:prstGeom prst="rect">
            <a:avLst/>
          </a:prstGeom>
          <a:solidFill>
            <a:srgbClr val="141D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28803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Cleanup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456432"/>
            <a:ext cx="85953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5478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 Docker  •  Docker Compose  •  Nginx (Reverse Proxy + LB)  •  Redis  •  AWS EC2  •  GitHub Actions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2697480" cy="320040"/>
          </a:xfrm>
          <a:prstGeom prst="rect">
            <a:avLst/>
          </a:prstGeom>
          <a:solidFill>
            <a:srgbClr val="3B82F6">
              <a:alpha val="2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955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133856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 — UI framework (concurrent features)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8.0 — Build tool &amp; HMR dev server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 — Client-side SPA routing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 — SVG icon library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— Design tokens, dark theme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9 — Code quality enforcement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777240"/>
            <a:ext cx="2697480" cy="320040"/>
          </a:xfrm>
          <a:prstGeom prst="rect">
            <a:avLst/>
          </a:prstGeom>
          <a:solidFill>
            <a:srgbClr val="06B6D4">
              <a:alpha val="2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7955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1133856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v18+ — Non-blocking async runtime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5.2 — HTTP framework (async errors)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9.6 — MongoDB ODM &amp; validation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— Redis-backed job queue (retry, priority)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5.12 — Queue backing + caching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17.4 — Environment config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777240"/>
            <a:ext cx="2697480" cy="320040"/>
          </a:xfrm>
          <a:prstGeom prst="rect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7955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133856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Document store (4 collections)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Job queue + session cache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 — Containerisation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Reverse proxy + traffic switching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— Cloud compute (t3.medium+)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CI/CD automation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2D1B1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24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Technical Debt: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uses ES Modules while api/ uses CommonJS — deploymentLogModel.js incorrectly uses ES Module syntax, causing runtime errors. Must be standardised before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State Machine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defined lifecycle with strict transition enforcement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234440" cy="594360"/>
          </a:xfrm>
          <a:prstGeom prst="rect">
            <a:avLst/>
          </a:prstGeom>
          <a:solidFill>
            <a:srgbClr val="141D35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08760" y="13944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097280"/>
            <a:ext cx="1234440" cy="594360"/>
          </a:xfrm>
          <a:prstGeom prst="rect">
            <a:avLst/>
          </a:prstGeom>
          <a:solidFill>
            <a:srgbClr val="141D35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1155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0360" y="13944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097280"/>
            <a:ext cx="1234440" cy="594360"/>
          </a:xfrm>
          <a:prstGeom prst="rect">
            <a:avLst/>
          </a:prstGeom>
          <a:solidFill>
            <a:srgbClr val="141D3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1155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3944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097280"/>
            <a:ext cx="1234440" cy="594360"/>
          </a:xfrm>
          <a:prstGeom prst="rect">
            <a:avLst/>
          </a:prstGeom>
          <a:solidFill>
            <a:srgbClr val="141D35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1155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3560" y="1394460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097280"/>
            <a:ext cx="1234440" cy="594360"/>
          </a:xfrm>
          <a:prstGeom prst="rect">
            <a:avLst/>
          </a:prstGeom>
          <a:solidFill>
            <a:srgbClr val="141D35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11556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77940" y="1691640"/>
            <a:ext cx="0" cy="50292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7940" y="2194560"/>
            <a:ext cx="7315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09460" y="2029968"/>
            <a:ext cx="1280160" cy="502920"/>
          </a:xfrm>
          <a:prstGeom prst="rect">
            <a:avLst/>
          </a:prstGeom>
          <a:solidFill>
            <a:srgbClr val="141D35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8604" y="20574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passed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77940" y="1691640"/>
            <a:ext cx="0" cy="123444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7940" y="2926080"/>
            <a:ext cx="73152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09460" y="2761488"/>
            <a:ext cx="1280160" cy="502920"/>
          </a:xfrm>
          <a:prstGeom prst="rect">
            <a:avLst/>
          </a:prstGeom>
          <a:solidFill>
            <a:srgbClr val="141D35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8604" y="27889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383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timeout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50608" y="23957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150608" y="31272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27889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State Machine Functions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090672"/>
            <a:ext cx="5943600" cy="43891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1363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isValidTransition(cur, next)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33101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boolean — safe to call without side effects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93592"/>
            <a:ext cx="5943600" cy="438912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639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transitionState(cur, next)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381304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new state or throws Error — fail-fast on invalid transitions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51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State machine has 7 states (incl. QUEUED, HEALTH_CHECKING) but DB Deployment model only has 5 states — schema should be updated to include all 7.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Application &amp; Real-Time Polling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Application Routes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4297680" cy="2743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88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108813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03320" y="10881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4297680" cy="320040"/>
          </a:xfrm>
          <a:prstGeom prst="rect">
            <a:avLst/>
          </a:prstGeom>
          <a:solidFill>
            <a:srgbClr val="0D0F1A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264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4264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11296" y="1426464"/>
            <a:ext cx="594360" cy="201168"/>
          </a:xfrm>
          <a:prstGeom prst="roundRect">
            <a:avLst>
              <a:gd name="adj" fmla="val 27273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14264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4297680" cy="320040"/>
          </a:xfrm>
          <a:prstGeom prst="rect">
            <a:avLst/>
          </a:prstGeom>
          <a:solidFill>
            <a:srgbClr val="141D35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73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/deployments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1773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DeploymentList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11296" y="1773936"/>
            <a:ext cx="594360" cy="201168"/>
          </a:xfrm>
          <a:prstGeom prst="roundRect">
            <a:avLst>
              <a:gd name="adj" fmla="val 27273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11296" y="17739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66544"/>
            <a:ext cx="4297680" cy="320040"/>
          </a:xfrm>
          <a:prstGeom prst="rect">
            <a:avLst/>
          </a:prstGeom>
          <a:solidFill>
            <a:srgbClr val="0D0F1A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121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/deployment/:id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21214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DeploymentDetails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11296" y="2121408"/>
            <a:ext cx="594360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1296" y="21214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414016"/>
            <a:ext cx="4297680" cy="320040"/>
          </a:xfrm>
          <a:prstGeom prst="rect">
            <a:avLst/>
          </a:prstGeom>
          <a:solidFill>
            <a:srgbClr val="141D35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688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/deployment/:id/logs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65960" y="24688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DeploymentLogsViewer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11296" y="2468880"/>
            <a:ext cx="594360" cy="201168"/>
          </a:xfrm>
          <a:prstGeom prst="roundRect">
            <a:avLst>
              <a:gd name="adj" fmla="val 27273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2468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761488"/>
            <a:ext cx="4297680" cy="320040"/>
          </a:xfrm>
          <a:prstGeom prst="rect">
            <a:avLst/>
          </a:prstGeom>
          <a:solidFill>
            <a:srgbClr val="0D0F1A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WorkerStatusPanel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11296" y="2816352"/>
            <a:ext cx="594360" cy="201168"/>
          </a:xfrm>
          <a:prstGeom prst="roundRect">
            <a:avLst>
              <a:gd name="adj" fmla="val 27273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28163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108960"/>
            <a:ext cx="4297680" cy="320040"/>
          </a:xfrm>
          <a:prstGeom prst="rect">
            <a:avLst/>
          </a:prstGeom>
          <a:solidFill>
            <a:srgbClr val="141D35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163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65960" y="31638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SystemHealthOverview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11296" y="3163824"/>
            <a:ext cx="594360" cy="201168"/>
          </a:xfrm>
          <a:prstGeom prst="roundRect">
            <a:avLst>
              <a:gd name="adj" fmla="val 27273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1296" y="31638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usePolling Hook — Engineering Highlights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46320" y="1097280"/>
            <a:ext cx="4023360" cy="594360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10972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11521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loading flash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13898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isBackground flag skips setLoading on interval polls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1783080"/>
            <a:ext cx="4023360" cy="594360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17830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18379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 function ref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83480" y="20756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 stores latest fetchFn — prevents render loops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2468880"/>
            <a:ext cx="4023360" cy="594360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24688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25237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Cleanup on unmount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83480" y="27614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isMounted + clearTimeout prevents memory leaks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3154680"/>
            <a:ext cx="4023360" cy="594360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31546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4983480" y="3209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refetch()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83480" y="34472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force refresh without waiting for interval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3886200"/>
            <a:ext cx="402336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Client (client.js)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98348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Fetch API wrapper  •  Base URL prepend  •  JSON error handling  •  Swappable HTTP layer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Posture &amp; CI/CD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Status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4297680" cy="329184"/>
          </a:xfrm>
          <a:prstGeom prst="rect">
            <a:avLst/>
          </a:prstGeom>
          <a:solidFill>
            <a:srgbClr val="141D35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HMAC validation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1124712"/>
            <a:ext cx="868680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1247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453896"/>
            <a:ext cx="4297680" cy="329184"/>
          </a:xfrm>
          <a:prstGeom prst="rect">
            <a:avLst/>
          </a:prstGeom>
          <a:solidFill>
            <a:srgbClr val="0D0F1A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179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20440" y="1508760"/>
            <a:ext cx="868680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5087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837944"/>
            <a:ext cx="4297680" cy="329184"/>
          </a:xfrm>
          <a:prstGeom prst="rect">
            <a:avLst/>
          </a:prstGeom>
          <a:solidFill>
            <a:srgbClr val="141D35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019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secrets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0440" y="1892808"/>
            <a:ext cx="868680" cy="201168"/>
          </a:xfrm>
          <a:prstGeom prst="roundRect">
            <a:avLst>
              <a:gd name="adj" fmla="val 27273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8928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221992"/>
            <a:ext cx="4297680" cy="329184"/>
          </a:xfrm>
          <a:prstGeom prst="rect">
            <a:avLst/>
          </a:prstGeom>
          <a:solidFill>
            <a:srgbClr val="0D0F1A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86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(bcrypt)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20440" y="2276856"/>
            <a:ext cx="868680" cy="201168"/>
          </a:xfrm>
          <a:prstGeom prst="roundRect">
            <a:avLst>
              <a:gd name="adj" fmla="val 27273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2768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606040"/>
            <a:ext cx="4297680" cy="329184"/>
          </a:xfrm>
          <a:prstGeom prst="rect">
            <a:avLst/>
          </a:prstGeom>
          <a:solidFill>
            <a:srgbClr val="141D35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70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0440" y="2660904"/>
            <a:ext cx="868680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66090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990088"/>
            <a:ext cx="4297680" cy="329184"/>
          </a:xfrm>
          <a:prstGeom prst="rect">
            <a:avLst/>
          </a:prstGeom>
          <a:solidFill>
            <a:srgbClr val="0D0F1A"/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540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(Mongoose)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20440" y="3044952"/>
            <a:ext cx="868680" cy="201168"/>
          </a:xfrm>
          <a:prstGeom prst="roundRect">
            <a:avLst>
              <a:gd name="adj" fmla="val 27273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0449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383280"/>
            <a:ext cx="4297680" cy="548640"/>
          </a:xfrm>
          <a:prstGeom prst="rect">
            <a:avLst/>
          </a:prstGeom>
          <a:solidFill>
            <a:srgbClr val="2D101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429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CRITICAL: Webhook endpoint accepts any POST without HMAC validation — open to arbitrary deployment abuse. ALL endpoints are unauthenticated. Remove debug Redis code (user:1) from index.js.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Workflows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097280"/>
            <a:ext cx="4023360" cy="804672"/>
          </a:xfrm>
          <a:prstGeom prst="rect">
            <a:avLst/>
          </a:prstGeom>
          <a:solidFill>
            <a:srgbClr val="141D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1170432"/>
            <a:ext cx="960120" cy="219456"/>
          </a:xfrm>
          <a:prstGeom prst="roundRect">
            <a:avLst>
              <a:gd name="adj" fmla="val 29167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11704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83480" y="11704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deploy.yaml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83480" y="1417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Push to main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16093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steps defined — needs checkout, build, Netlify/EC2 deploy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011680"/>
            <a:ext cx="4023360" cy="804672"/>
          </a:xfrm>
          <a:prstGeom prst="rect">
            <a:avLst/>
          </a:prstGeom>
          <a:solidFill>
            <a:srgbClr val="141D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2084832"/>
            <a:ext cx="960120" cy="219456"/>
          </a:xfrm>
          <a:prstGeom prst="roundRect">
            <a:avLst>
              <a:gd name="adj" fmla="val 29167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20848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83480" y="20848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npm-publish-github-packages.yml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83480" y="23317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Release created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25237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 + publish to GitHub Packages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2926080"/>
            <a:ext cx="4023360" cy="804672"/>
          </a:xfrm>
          <a:prstGeom prst="rect">
            <a:avLst/>
          </a:prstGeom>
          <a:solidFill>
            <a:srgbClr val="141D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18120" y="2999232"/>
            <a:ext cx="960120" cy="219456"/>
          </a:xfrm>
          <a:prstGeom prst="roundRect">
            <a:avLst>
              <a:gd name="adj" fmla="val 2916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8120" y="29992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83480" y="29992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release.yml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32461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Release created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83480" y="34381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npm-publish — should be merged/removed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3977640"/>
            <a:ext cx="4023360" cy="850392"/>
          </a:xfrm>
          <a:prstGeom prst="rect">
            <a:avLst/>
          </a:prstGeom>
          <a:solidFill>
            <a:srgbClr val="0F1F3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CI/CD additions: Docker image build → ECR/GHCR  •  Backend Jest tests  •  Environment secrets  •  Staging + production pipeline  •  Security scanning (Snyk)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Status &amp; Gaps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343814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 Complete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269748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271016"/>
            <a:ext cx="2587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Fully Implemented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2606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— all 6 pages, components, hooks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CSS design system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usePolling custom hook (production quality)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models (User, Project, Deployment)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state machine (7 states)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DeploymentLog model + createLog()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worker scaffold with simulated stages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 + controller structure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261872"/>
            <a:ext cx="269748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271016"/>
            <a:ext cx="2587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Stubbed / Partial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54680" y="1572768"/>
            <a:ext cx="2606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webhookService — no HMAC or queue push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deploymentService — returns hardcoded 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buildApplication() — 1s delay only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deployContainer() — 1s delay only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healthCheck() — 1s delay only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service — no DB/Redis checks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 — hardcoded placeholders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deploy.yaml — job with no steps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261872"/>
            <a:ext cx="2697480" cy="274320"/>
          </a:xfrm>
          <a:prstGeom prst="rect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1271016"/>
            <a:ext cx="2587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Missing / Not Built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1572768"/>
            <a:ext cx="2606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 (all endpoints open!)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HMAC signature validation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(bcrypt)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Docker/Nginx configuration files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/deployments endpoint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/deployment/:id endpoint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/logs/:id endpoint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Docker build/run in worker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141D3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702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— architecture, data models, state machine, frontend, worker scaffold — is solid and well-designed. Remaining work: connecting the pieces (real Docker ops, full API endpoints, auth, infra config).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1828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77240"/>
            <a:ext cx="2697480" cy="502920"/>
          </a:xfrm>
          <a:prstGeom prst="rect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9552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~2 weeks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005840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Fixes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ES Module / CommonJS inconsistency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webhook HMAC validation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JWT auth middleware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bcrypt password hashing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debug Redis code from index.js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missing API endpoints (/deployments, /logs)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Docker Compose configuration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777240"/>
            <a:ext cx="269748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79552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~4 weeks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82112" y="1005840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 Completion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3258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webhook processing + BullMQ push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Docker build + docker run in worker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with retry + timeout logic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blue/green traffic switching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rollback mechanism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endpoints (register + login + JWT)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CRUD management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777240"/>
            <a:ext cx="2697480" cy="502920"/>
          </a:xfrm>
          <a:prstGeom prst="rect">
            <a:avLst/>
          </a:prstGeom>
          <a:solidFill>
            <a:srgbClr val="10B981">
              <a:alpha val="2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79552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Sprint 4+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16752" y="1005840"/>
            <a:ext cx="2551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Features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13258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SSE real-time updates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full environment strategy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per project architecture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(multi-worker)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 dashboard (CPU/mem/rps)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integration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deployment notifications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0F1F3D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51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End Vision: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988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self-hosted, Kubernetes-ready, zero-downtime deployment platform competing with commercial alternatives — with full team notifications, audit logs, blue-green strategy, and horizontal scaling.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914400"/>
            <a:ext cx="4572000" cy="4572000"/>
          </a:xfrm>
          <a:prstGeom prst="ellipse">
            <a:avLst/>
          </a:prstGeom>
          <a:solidFill>
            <a:srgbClr val="3B82F6">
              <a:alpha val="7000"/>
            </a:srgbClr>
          </a:solidFill>
          <a:ln w="635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Architectural Strengths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029200" cy="566928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43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State Machine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with clear error messages — rare in early-stage projects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5029200" cy="566928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37360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7830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usePolling Hook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029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React rendering awareness — no flashes, stable refs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5029200" cy="566928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77440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23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670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routes/controllers/services separation — maintainable &amp; testable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5029200" cy="566928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17520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63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BullMQ Worker Design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function with dependency injection — testable without live Redis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5029200" cy="566928"/>
          </a:xfrm>
          <a:prstGeom prst="rect">
            <a:avLst/>
          </a:prstGeom>
          <a:solidFill>
            <a:srgbClr val="141D35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57600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703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9502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— cohesive dark-themed UI, no framework overhead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804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Assessment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0" y="1097280"/>
            <a:ext cx="3200400" cy="868680"/>
          </a:xfrm>
          <a:prstGeom prst="rect">
            <a:avLst/>
          </a:prstGeom>
          <a:solidFill>
            <a:srgbClr val="141D35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79008" y="1188720"/>
            <a:ext cx="298094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60720" y="1548994"/>
            <a:ext cx="30175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2029968"/>
            <a:ext cx="3200400" cy="868680"/>
          </a:xfrm>
          <a:prstGeom prst="rect">
            <a:avLst/>
          </a:prstGeom>
          <a:solidFill>
            <a:srgbClr val="141D3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79008" y="2121408"/>
            <a:ext cx="298094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Solid Foundation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60720" y="2481682"/>
            <a:ext cx="30175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Status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2962656"/>
            <a:ext cx="3200400" cy="868680"/>
          </a:xfrm>
          <a:prstGeom prst="rect">
            <a:avLst/>
          </a:prstGeom>
          <a:solidFill>
            <a:srgbClr val="141D35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79008" y="3054096"/>
            <a:ext cx="298094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+ APIs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760720" y="3414370"/>
            <a:ext cx="301752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Priority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187952"/>
            <a:ext cx="8595360" cy="667512"/>
          </a:xfrm>
          <a:prstGeom prst="rect">
            <a:avLst/>
          </a:prstGeom>
          <a:solidFill>
            <a:srgbClr val="0F1F3D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4281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DeployMate demonstrates full-stack engineering competency across React development, Node.js API design, database modelling, async job processing, and DevOps infrastructure — all within a single coherent system. With focused development across three phases, it has the potential to become a genuinely useful, self-hosted deployment orchestration platform.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DeployMate - Technical Project Report</dc:title>
  <dc:subject>PptxGenJS Presentation</dc:subject>
  <dc:creator>PptxGenJS</dc:creator>
  <cp:lastModifiedBy>PptxGenJS</cp:lastModifiedBy>
  <cp:revision>1</cp:revision>
  <dcterms:created xsi:type="dcterms:W3CDTF">2026-05-25T10:46:08Z</dcterms:created>
  <dcterms:modified xsi:type="dcterms:W3CDTF">2026-05-25T10:46:08Z</dcterms:modified>
</cp:coreProperties>
</file>